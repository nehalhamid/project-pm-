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5F18A2-7D65-4ACB-B7BF-74E6CB0E3EDA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200C986-FCCE-4491-B266-72DF2C520843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5F18A2-7D65-4ACB-B7BF-74E6CB0E3EDA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200C986-FCCE-4491-B266-72DF2C5208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5F18A2-7D65-4ACB-B7BF-74E6CB0E3EDA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200C986-FCCE-4491-B266-72DF2C52084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5F18A2-7D65-4ACB-B7BF-74E6CB0E3EDA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200C986-FCCE-4491-B266-72DF2C5208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5F18A2-7D65-4ACB-B7BF-74E6CB0E3EDA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200C986-FCCE-4491-B266-72DF2C5208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5F18A2-7D65-4ACB-B7BF-74E6CB0E3EDA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200C986-FCCE-4491-B266-72DF2C5208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5F18A2-7D65-4ACB-B7BF-74E6CB0E3EDA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200C986-FCCE-4491-B266-72DF2C5208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5F18A2-7D65-4ACB-B7BF-74E6CB0E3EDA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200C986-FCCE-4491-B266-72DF2C5208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2F5F18A2-7D65-4ACB-B7BF-74E6CB0E3EDA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4200C986-FCCE-4491-B266-72DF2C5208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5F18A2-7D65-4ACB-B7BF-74E6CB0E3EDA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200C986-FCCE-4491-B266-72DF2C5208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5F18A2-7D65-4ACB-B7BF-74E6CB0E3EDA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200C986-FCCE-4491-B266-72DF2C5208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2F5F18A2-7D65-4ACB-B7BF-74E6CB0E3EDA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4200C986-FCCE-4491-B266-72DF2C520843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 smtClean="0"/>
              <a:t>Anti-Accident System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</a:rPr>
              <a:t>EXCUTIVE SUMMARY: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sz="2000" dirty="0"/>
              <a:t>The number of car accidents on </a:t>
            </a:r>
            <a:r>
              <a:rPr lang="en-US" sz="2000" dirty="0" smtClean="0"/>
              <a:t>the</a:t>
            </a:r>
          </a:p>
          <a:p>
            <a:pPr marL="68580" indent="0">
              <a:spcBef>
                <a:spcPts val="0"/>
              </a:spcBef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</a:t>
            </a:r>
            <a:r>
              <a:rPr lang="en-US" sz="2000" dirty="0"/>
              <a:t>roads increased during 2019, and </a:t>
            </a:r>
            <a:r>
              <a:rPr lang="en-US" sz="2000" dirty="0" smtClean="0"/>
              <a:t>the</a:t>
            </a:r>
          </a:p>
          <a:p>
            <a:pPr marL="68580" indent="0">
              <a:spcBef>
                <a:spcPts val="0"/>
              </a:spcBef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</a:t>
            </a:r>
            <a:r>
              <a:rPr lang="en-US" sz="2000" dirty="0"/>
              <a:t>number of deaths resulting from </a:t>
            </a:r>
            <a:r>
              <a:rPr lang="en-US" sz="2000" dirty="0" smtClean="0"/>
              <a:t>car</a:t>
            </a:r>
          </a:p>
          <a:p>
            <a:pPr marL="68580" indent="0">
              <a:spcBef>
                <a:spcPts val="0"/>
              </a:spcBef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</a:t>
            </a:r>
            <a:r>
              <a:rPr lang="en-US" sz="2000" dirty="0"/>
              <a:t>accidents rose to 3,484 dead in </a:t>
            </a:r>
            <a:endParaRPr lang="en-US" sz="2000" dirty="0" smtClean="0"/>
          </a:p>
          <a:p>
            <a:pPr marL="68580" indent="0">
              <a:spcBef>
                <a:spcPts val="0"/>
              </a:spcBef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2019</a:t>
            </a:r>
            <a:r>
              <a:rPr lang="en-US" sz="2000" dirty="0"/>
              <a:t>, an increase of 12.9</a:t>
            </a:r>
            <a:r>
              <a:rPr lang="en-US" sz="2000" dirty="0" smtClean="0"/>
              <a:t>%.</a:t>
            </a:r>
          </a:p>
          <a:p>
            <a:pPr marL="68580" indent="0"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</a:pPr>
            <a:r>
              <a:rPr lang="en-US" sz="2000" dirty="0"/>
              <a:t>So we thought of making a system </a:t>
            </a:r>
            <a:r>
              <a:rPr lang="en-US" sz="2000" dirty="0" smtClean="0"/>
              <a:t>of machine learning, </a:t>
            </a:r>
            <a:r>
              <a:rPr lang="en-US" sz="2000" dirty="0"/>
              <a:t>which partially calculates the distance and make </a:t>
            </a:r>
            <a:r>
              <a:rPr lang="en-US" sz="2000" dirty="0" smtClean="0"/>
              <a:t>sure </a:t>
            </a:r>
            <a:r>
              <a:rPr lang="en-US" sz="2000" dirty="0"/>
              <a:t>that everything is alright and if it is not then it takes over the task of driving. </a:t>
            </a:r>
          </a:p>
          <a:p>
            <a:pPr marL="6858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97" b="16377"/>
          <a:stretch/>
        </p:blipFill>
        <p:spPr>
          <a:xfrm>
            <a:off x="5486400" y="1981200"/>
            <a:ext cx="2921001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783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38200"/>
            <a:ext cx="7772400" cy="5562600"/>
          </a:xfrm>
        </p:spPr>
        <p:txBody>
          <a:bodyPr>
            <a:normAutofit fontScale="92500" lnSpcReduction="20000"/>
          </a:bodyPr>
          <a:lstStyle/>
          <a:p>
            <a:pPr marL="68580" indent="0">
              <a:buNone/>
            </a:pPr>
            <a:r>
              <a:rPr lang="en-US" b="1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</a:rPr>
              <a:t>Objectives: </a:t>
            </a:r>
          </a:p>
          <a:p>
            <a:pPr marL="68580" indent="0">
              <a:buNone/>
            </a:pPr>
            <a:r>
              <a:rPr lang="en-US" dirty="0" smtClean="0"/>
              <a:t>       •Reducing </a:t>
            </a:r>
            <a:r>
              <a:rPr lang="en-US" dirty="0"/>
              <a:t>accidents. </a:t>
            </a:r>
          </a:p>
          <a:p>
            <a:pPr marL="68580" indent="0">
              <a:buNone/>
            </a:pPr>
            <a:r>
              <a:rPr lang="en-US" dirty="0" smtClean="0"/>
              <a:t>       •Regulating </a:t>
            </a:r>
            <a:r>
              <a:rPr lang="en-US" dirty="0"/>
              <a:t>traffic.</a:t>
            </a:r>
          </a:p>
          <a:p>
            <a:pPr marL="68580" indent="0">
              <a:buNone/>
            </a:pPr>
            <a:r>
              <a:rPr lang="en-US" dirty="0" smtClean="0"/>
              <a:t>       •Provide </a:t>
            </a:r>
            <a:r>
              <a:rPr lang="en-US" dirty="0"/>
              <a:t>a safe journey for passengers and </a:t>
            </a:r>
            <a:r>
              <a:rPr lang="en-US" dirty="0" smtClean="0"/>
              <a:t>        </a:t>
            </a:r>
          </a:p>
          <a:p>
            <a:pPr marL="68580" indent="0">
              <a:buNone/>
            </a:pPr>
            <a:r>
              <a:rPr lang="en-US" dirty="0"/>
              <a:t> </a:t>
            </a:r>
            <a:r>
              <a:rPr lang="en-US" dirty="0" smtClean="0"/>
              <a:t>        drivers</a:t>
            </a:r>
            <a:r>
              <a:rPr lang="en-US" dirty="0"/>
              <a:t>.</a:t>
            </a:r>
          </a:p>
          <a:p>
            <a:pPr marL="68580" indent="0">
              <a:buNone/>
            </a:pPr>
            <a:r>
              <a:rPr lang="en-US" dirty="0" smtClean="0"/>
              <a:t>       •Contribute </a:t>
            </a:r>
            <a:r>
              <a:rPr lang="en-US" dirty="0"/>
              <a:t>to the eradication of </a:t>
            </a:r>
            <a:endParaRPr lang="en-US" dirty="0" smtClean="0"/>
          </a:p>
          <a:p>
            <a:pPr marL="68580" indent="0">
              <a:buNone/>
            </a:pPr>
            <a:r>
              <a:rPr lang="en-US" dirty="0"/>
              <a:t> </a:t>
            </a:r>
            <a:r>
              <a:rPr lang="en-US" dirty="0" smtClean="0"/>
              <a:t>        technology </a:t>
            </a:r>
            <a:r>
              <a:rPr lang="en-US" dirty="0"/>
              <a:t>illiteracy</a:t>
            </a:r>
            <a:r>
              <a:rPr lang="en-US" dirty="0" smtClean="0"/>
              <a:t>.</a:t>
            </a:r>
          </a:p>
          <a:p>
            <a:pPr marL="68580" indent="0">
              <a:buNone/>
            </a:pPr>
            <a:r>
              <a:rPr lang="en-US" b="1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</a:rPr>
              <a:t>Deliverables:</a:t>
            </a:r>
          </a:p>
          <a:p>
            <a:pPr marL="68580" indent="0">
              <a:buNone/>
            </a:pPr>
            <a:r>
              <a:rPr lang="en-US" dirty="0" smtClean="0"/>
              <a:t>       •Project </a:t>
            </a:r>
            <a:r>
              <a:rPr lang="en-US" dirty="0"/>
              <a:t>plan.</a:t>
            </a:r>
          </a:p>
          <a:p>
            <a:pPr marL="68580" indent="0">
              <a:buNone/>
            </a:pPr>
            <a:r>
              <a:rPr lang="en-US" dirty="0" smtClean="0"/>
              <a:t>       •Anti-accident </a:t>
            </a:r>
            <a:r>
              <a:rPr lang="en-US" dirty="0"/>
              <a:t>system.</a:t>
            </a:r>
          </a:p>
          <a:p>
            <a:pPr marL="68580" indent="0">
              <a:buNone/>
            </a:pPr>
            <a:r>
              <a:rPr lang="en-US" dirty="0" smtClean="0"/>
              <a:t>       •The </a:t>
            </a:r>
            <a:r>
              <a:rPr lang="en-US" dirty="0"/>
              <a:t>device which will be put in the car.</a:t>
            </a:r>
          </a:p>
          <a:p>
            <a:pPr marL="68580" indent="0">
              <a:buNone/>
            </a:pPr>
            <a:r>
              <a:rPr lang="en-US" dirty="0" smtClean="0"/>
              <a:t>       •Reports</a:t>
            </a:r>
            <a:r>
              <a:rPr lang="en-US" dirty="0"/>
              <a:t>. </a:t>
            </a:r>
          </a:p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3810000"/>
            <a:ext cx="3055244" cy="1225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457200"/>
            <a:ext cx="21336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817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1000"/>
            <a:ext cx="7772400" cy="6019800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Recourses of the project will be materials and machine learning system expert.</a:t>
            </a:r>
          </a:p>
          <a:p>
            <a:r>
              <a:rPr lang="en-US" dirty="0" smtClean="0"/>
              <a:t>The most important stakeholders will be ORACLE,</a:t>
            </a:r>
            <a:r>
              <a:rPr lang="en-US" b="1" dirty="0"/>
              <a:t> </a:t>
            </a:r>
            <a:r>
              <a:rPr lang="en-US" dirty="0"/>
              <a:t>El-Garhy </a:t>
            </a:r>
            <a:r>
              <a:rPr lang="en-US" dirty="0" smtClean="0"/>
              <a:t>Steel</a:t>
            </a:r>
            <a:r>
              <a:rPr lang="en-US" b="1" dirty="0"/>
              <a:t> </a:t>
            </a:r>
            <a:r>
              <a:rPr lang="en-US" dirty="0" smtClean="0"/>
              <a:t>and </a:t>
            </a:r>
            <a:r>
              <a:rPr lang="en-US" dirty="0"/>
              <a:t>Essam </a:t>
            </a:r>
            <a:r>
              <a:rPr lang="en-US" dirty="0" smtClean="0"/>
              <a:t>Yousef.</a:t>
            </a:r>
          </a:p>
          <a:p>
            <a:r>
              <a:rPr lang="en-US" dirty="0" smtClean="0"/>
              <a:t>Communication Plan:</a:t>
            </a:r>
          </a:p>
          <a:p>
            <a:pPr marL="68580" lvl="0" indent="0">
              <a:buNone/>
            </a:pPr>
            <a:r>
              <a:rPr lang="en-US" dirty="0" smtClean="0"/>
              <a:t>       An </a:t>
            </a:r>
            <a:r>
              <a:rPr lang="en-US" dirty="0"/>
              <a:t>offline meeting every week.</a:t>
            </a:r>
          </a:p>
          <a:p>
            <a:pPr marL="68580" lvl="0" indent="0">
              <a:buNone/>
            </a:pPr>
            <a:r>
              <a:rPr lang="en-US" dirty="0" smtClean="0"/>
              <a:t>       An </a:t>
            </a:r>
            <a:r>
              <a:rPr lang="en-US" dirty="0"/>
              <a:t>online meeting every three days</a:t>
            </a:r>
            <a:r>
              <a:rPr lang="en-US" dirty="0" smtClean="0"/>
              <a:t>.</a:t>
            </a:r>
          </a:p>
          <a:p>
            <a:pPr lvl="0">
              <a:buClr>
                <a:srgbClr val="D6ECFF"/>
              </a:buClr>
            </a:pPr>
            <a:r>
              <a:rPr lang="en-US" dirty="0" smtClean="0">
                <a:solidFill>
                  <a:prstClr val="white"/>
                </a:solidFill>
              </a:rPr>
              <a:t>The budget will be 86 thousand and we have  15 thousand as an emergency budget.</a:t>
            </a:r>
          </a:p>
          <a:p>
            <a:pPr marL="68580" lvl="0" indent="0">
              <a:buClr>
                <a:srgbClr val="D6ECFF"/>
              </a:buClr>
              <a:buNone/>
            </a:pPr>
            <a:endParaRPr lang="en-US" dirty="0">
              <a:solidFill>
                <a:prstClr val="white"/>
              </a:solidFill>
            </a:endParaRPr>
          </a:p>
          <a:p>
            <a:pPr marL="68580" lvl="0" indent="0">
              <a:buNone/>
            </a:pPr>
            <a:endParaRPr lang="en-US" dirty="0" smtClean="0"/>
          </a:p>
          <a:p>
            <a:pPr marL="68580" lv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0" t="10638" r="11305"/>
          <a:stretch/>
        </p:blipFill>
        <p:spPr>
          <a:xfrm>
            <a:off x="6400800" y="76200"/>
            <a:ext cx="2362200" cy="143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1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43000"/>
            <a:ext cx="7772400" cy="914400"/>
          </a:xfrm>
        </p:spPr>
        <p:txBody>
          <a:bodyPr/>
          <a:lstStyle/>
          <a:p>
            <a:pPr algn="ctr"/>
            <a:r>
              <a:rPr lang="en-US" dirty="0" smtClean="0"/>
              <a:t>WBS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0"/>
          <a:stretch/>
        </p:blipFill>
        <p:spPr bwMode="auto">
          <a:xfrm>
            <a:off x="990600" y="2240794"/>
            <a:ext cx="7611348" cy="3321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294" y="76200"/>
            <a:ext cx="1763306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952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66800"/>
            <a:ext cx="7772400" cy="914400"/>
          </a:xfrm>
        </p:spPr>
        <p:txBody>
          <a:bodyPr/>
          <a:lstStyle/>
          <a:p>
            <a:pPr algn="ctr"/>
            <a:r>
              <a:rPr lang="en-US" dirty="0" smtClean="0"/>
              <a:t>NETWORK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43"/>
          <a:stretch/>
        </p:blipFill>
        <p:spPr bwMode="auto">
          <a:xfrm>
            <a:off x="712147" y="2133600"/>
            <a:ext cx="8127053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20579" r="19565" b="20434"/>
          <a:stretch/>
        </p:blipFill>
        <p:spPr>
          <a:xfrm>
            <a:off x="7391400" y="114574"/>
            <a:ext cx="1600200" cy="156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68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534400" cy="5593560"/>
          </a:xfrm>
        </p:spPr>
        <p:txBody>
          <a:bodyPr>
            <a:normAutofit fontScale="55000" lnSpcReduction="20000"/>
          </a:bodyPr>
          <a:lstStyle/>
          <a:p>
            <a:endParaRPr lang="en-US" sz="5800" dirty="0" smtClean="0"/>
          </a:p>
          <a:p>
            <a:endParaRPr lang="en-US" sz="5800" dirty="0"/>
          </a:p>
          <a:p>
            <a:r>
              <a:rPr lang="en-US" sz="5800" dirty="0" smtClean="0"/>
              <a:t>RISKS</a:t>
            </a:r>
          </a:p>
          <a:p>
            <a:pPr lvl="0"/>
            <a:r>
              <a:rPr lang="en-US" dirty="0" smtClean="0"/>
              <a:t>We </a:t>
            </a:r>
            <a:r>
              <a:rPr lang="en-US" dirty="0"/>
              <a:t>may have some missed requirements if one of the firms decided that it does not want to work with us anymore</a:t>
            </a:r>
            <a:r>
              <a:rPr lang="en-US" dirty="0" smtClean="0"/>
              <a:t>.</a:t>
            </a:r>
          </a:p>
          <a:p>
            <a:pPr marL="68580" indent="0">
              <a:buNone/>
            </a:pPr>
            <a:r>
              <a:rPr lang="en-US" b="1" i="1" dirty="0" smtClean="0"/>
              <a:t>       The Solution:</a:t>
            </a:r>
            <a:r>
              <a:rPr lang="en-US" dirty="0" smtClean="0"/>
              <a:t> we will make sure that there is another company would </a:t>
            </a:r>
          </a:p>
          <a:p>
            <a:pPr marL="6858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help us.</a:t>
            </a:r>
          </a:p>
          <a:p>
            <a:pPr lvl="0"/>
            <a:r>
              <a:rPr lang="en-US" dirty="0" smtClean="0"/>
              <a:t>We </a:t>
            </a:r>
            <a:r>
              <a:rPr lang="en-US" dirty="0"/>
              <a:t>may lack in the performance of this invention.</a:t>
            </a:r>
          </a:p>
          <a:p>
            <a:pPr marL="68580" indent="0">
              <a:buNone/>
            </a:pPr>
            <a:r>
              <a:rPr lang="en-US" b="1" i="1" dirty="0" smtClean="0"/>
              <a:t>       The </a:t>
            </a:r>
            <a:r>
              <a:rPr lang="en-US" b="1" i="1" dirty="0"/>
              <a:t>Solution:</a:t>
            </a:r>
            <a:r>
              <a:rPr lang="en-US" dirty="0"/>
              <a:t> we will make sure that we hire the perfect team for this </a:t>
            </a:r>
            <a:endParaRPr lang="en-US" dirty="0" smtClean="0"/>
          </a:p>
          <a:p>
            <a:pPr marL="6858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and </a:t>
            </a:r>
            <a:r>
              <a:rPr lang="en-US" dirty="0"/>
              <a:t>have </a:t>
            </a:r>
            <a:r>
              <a:rPr lang="en-US" dirty="0" smtClean="0"/>
              <a:t>external </a:t>
            </a:r>
            <a:r>
              <a:rPr lang="en-US" dirty="0"/>
              <a:t>people help us</a:t>
            </a:r>
            <a:r>
              <a:rPr lang="en-US" dirty="0" smtClean="0"/>
              <a:t>.</a:t>
            </a:r>
            <a:r>
              <a:rPr lang="en-US" dirty="0"/>
              <a:t> </a:t>
            </a:r>
          </a:p>
          <a:p>
            <a:pPr lvl="0"/>
            <a:r>
              <a:rPr lang="en-US" dirty="0"/>
              <a:t>The device might not work well and have some problems with it.</a:t>
            </a:r>
          </a:p>
          <a:p>
            <a:pPr marL="68580" indent="0">
              <a:buNone/>
            </a:pPr>
            <a:r>
              <a:rPr lang="en-US" b="1" i="1" dirty="0" smtClean="0"/>
              <a:t>      The </a:t>
            </a:r>
            <a:r>
              <a:rPr lang="en-US" b="1" i="1" dirty="0"/>
              <a:t>Solution:</a:t>
            </a:r>
            <a:r>
              <a:rPr lang="en-US" dirty="0"/>
              <a:t> we will make a check-up every four months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Not all Egyptian will buy this device </a:t>
            </a:r>
          </a:p>
          <a:p>
            <a:pPr marL="68580" indent="0">
              <a:buNone/>
            </a:pPr>
            <a:r>
              <a:rPr lang="en-US" b="1" i="1" dirty="0" smtClean="0"/>
              <a:t>      The </a:t>
            </a:r>
            <a:r>
              <a:rPr lang="en-US" b="1" i="1" dirty="0"/>
              <a:t>Solution:</a:t>
            </a:r>
            <a:r>
              <a:rPr lang="en-US" dirty="0"/>
              <a:t> we will not let the car license (which happens every </a:t>
            </a:r>
            <a:endParaRPr lang="en-US" dirty="0" smtClean="0"/>
          </a:p>
          <a:p>
            <a:pPr marL="6858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three </a:t>
            </a:r>
            <a:r>
              <a:rPr lang="en-US" dirty="0"/>
              <a:t>years) </a:t>
            </a:r>
            <a:r>
              <a:rPr lang="en-US" dirty="0" smtClean="0"/>
              <a:t>be done </a:t>
            </a:r>
            <a:r>
              <a:rPr lang="en-US" dirty="0"/>
              <a:t>unless you have the device installed </a:t>
            </a:r>
            <a:endParaRPr lang="en-US" dirty="0" smtClean="0"/>
          </a:p>
          <a:p>
            <a:pPr marL="6858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in </a:t>
            </a:r>
            <a:r>
              <a:rPr lang="en-US" dirty="0"/>
              <a:t>your </a:t>
            </a:r>
            <a:r>
              <a:rPr lang="en-US" dirty="0" smtClean="0"/>
              <a:t>car</a:t>
            </a:r>
            <a:r>
              <a:rPr lang="en-US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580436"/>
            <a:ext cx="2133600" cy="141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5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55</TotalTime>
  <Words>281</Words>
  <Application>Microsoft Office PowerPoint</Application>
  <PresentationFormat>On-screen Show (4:3)</PresentationFormat>
  <Paragraphs>49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Metro</vt:lpstr>
      <vt:lpstr>Anti-Accident System</vt:lpstr>
      <vt:lpstr>PowerPoint Presentation</vt:lpstr>
      <vt:lpstr>PowerPoint Presentation</vt:lpstr>
      <vt:lpstr>WBS</vt:lpstr>
      <vt:lpstr>NETWORK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Anti-Accident System</dc:title>
  <dc:creator>c.delivery for lap</dc:creator>
  <cp:lastModifiedBy>c.delivery for lap</cp:lastModifiedBy>
  <cp:revision>6</cp:revision>
  <dcterms:created xsi:type="dcterms:W3CDTF">2022-01-01T09:47:26Z</dcterms:created>
  <dcterms:modified xsi:type="dcterms:W3CDTF">2022-01-02T10:26:13Z</dcterms:modified>
</cp:coreProperties>
</file>